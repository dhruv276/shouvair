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69" r:id="rId14"/>
    <p:sldId id="257" r:id="rId6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 xml:space="preserve">Project Presentation of </a:t>
            </a:r>
            <a:r>
              <a:rPr lang="en-US" b="1" dirty="0" smtClean="0"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 xml:space="preserve">CO-OP Project at </a:t>
            </a:r>
            <a:r>
              <a:rPr lang="en-US" b="1" dirty="0"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 xml:space="preserve">Industry (Module-2) </a:t>
            </a:r>
            <a:r>
              <a:rPr lang="en-IN" b="1" dirty="0" smtClean="0"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5400" b="1" dirty="0"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SHOUVAIR</a:t>
            </a:r>
            <a:endParaRPr lang="en-US" sz="2000" i="1" spc="-1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en-US" sz="2400" i="1" dirty="0"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A Clothing E-Commerce Web Application</a:t>
            </a:r>
            <a:endParaRPr lang="en-US" sz="2000" i="1" spc="-1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2000" i="1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Aarav Shourie - 2210990010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Dhruv Kundrai - 2210990276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Aarya Rishi - 2210990012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Advitya Hans - 2210990076</a:t>
            </a: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Dr. Gurpreet Singh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 xml:space="preserve"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 xml:space="preserve"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800" dirty="0">
              <a:latin typeface="Times New Roman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SHOUVAIR is a multi-page online clothing storefront serving registered users across six dedicated product categories.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Authored by Dhruv Kundrai with team members Aarya Rishi, Aarav Shourie, and Advitya Hans during 2024–2025.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Small and mid-sized clothing brands lack affordable bespoke e-commerce solutions, often relying on generic marketplaces with high commissions and limited customization.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The project delivers a fully ownable, brand-cohesive codebase that a small team can iterate on without microservice complexity.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Key objectives include secure stateless authentication, server-rendered multi-page UX, interactive map-based checkout, and complete control over customer and order data.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800" dirty="0">
              <a:latin typeface="Times New Roman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SHOUVAIR is a full-stack clothing e-commerce web application built on Node.js, Express.js, MongoDB, and EJS server-side templating.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The platform offers six product categories — Shirts, Polos, Dresses, Bags, Caps, and Ties — with user registration, JWT authentication, and order history management.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An interactive Leaflet.js v1.9.4 map embedded in checkout enables customers to pin precise delivery coordinates that are stored alongside each order.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A three-schema MongoDB architecture (User, Order, Contact) backed by Mongoose ODM provides schema validation, type casting, and consistent document structure.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Security is enforced through bcrypt password hashing, Helmet.js HTTP headers, CORS, HTTP-only cookie storage, and parameterized Mongoose queries.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800" dirty="0">
              <a:latin typeface="Times New Roman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Phase 1 – Architecture &amp; Tech Stack: Selected Node.js, Express.js, MongoDB, EJS, and JWT for a clean monolithic design.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Phase 2 – Schema Design: Defined Mongoose schemas for User, Order, and Contact with required-field validation.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Phase 3 – Authentication System: Built JWT cookie auth with bcrypt password hashing and HTTP-only cookie storage.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Phase 4 – Frontend Templates: Built 13 EJS view templates with Cinzel, Playfair Display, and Poppins typography.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Phase 5 – Map-Based Checkout: Integrated Leaflet.js v1.9.4 to capture delivery latitude and longitude on click.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Phase 6 – Security &amp; Testing: Added Helmet headers, CORS, env validation, and authored the /tests test suite.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800" dirty="0">
              <a:latin typeface="Times New Roman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Complete Express.js server handling authentication, product browsing, order management, and contact submissions.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JWT-based user authentication and authorization with HTTP-only cookie management and 7-day default expiration.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18 source files across server logic, utilities, public static assets, and EJS view templates.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MongoDB schemas for User, Order, and Contact entities defined and instantiated via Mongoose ODM.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Leaflet.js v1.9.4 interactive delivery map embedded directly in the checkout (Reserve) page.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13 server-rendered EJS templates covering Welcome, Login, Dashboard, Reserve, Profile, About, Contact, and six product categories.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Comprehensive test suite under the /tests directory covering authentication and data persistence.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800" dirty="0">
              <a:latin typeface="Times New Roman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Runtime: Node.js v18.0.0 or higher on any compatible hosting environment.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Database: MongoDB (e.g., MongoDB Atlas) accessed via Mongoose 8.14.3 ODM.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Web Framework: Express.js v4.21.2 with EJS 3.1.10 server-side template engine.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External Integrations: Leaflet.js v1.9.4 tile services and Google Fonts CDN (Cinzel, Playfair Display, Poppins).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Configuration: .env file with MONGO_URI, JWT_SECRET, JWT_EXPIRES, and PORT (default 8080).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Production: Reverse proxy such as Nginx or Caddy recommended for TLS termination.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800" dirty="0">
              <a:latin typeface="Times New Roman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Server-Side Rendering: EJS templates rendered server-side ensure complete HTML on first paint, improving perceived performance and discoverability.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Document-Oriented Persistence: MongoDB with Mongoose ODM provides schema validation, type casting, and middleware hooks without relational migration overhead.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Stateless JWT Authentication: HTTP-only cookies enable horizontal scaling without sticky sessions and protect tokens from XSS access.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Map-Integrated Checkout: Leaflet.js v1.9.4 click event listeners capture geographic coordinates submitted alongside the order form.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Defense-in-Depth Security: bcrypt password hashing, Helmet.js HTTP headers, CORS policy, and exclusive use of environment variables for secrets.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800" dirty="0">
              <a:latin typeface="Times New Roman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Three-Tier Monolithic Architecture: EJS presentation layer, Express.js business logic, and MongoDB data layer accessed via Mongoose.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Single Express server (server.js) handles all routing, authentication middleware, and view rendering through res.render().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Three Mongoose Schemas: User stores credentials, Order stores purchase records with map coordinates, Contact stores form submissions.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13 EJS Templates: welcome, login, dashboard, reserve, user, about, contact, plus six product category pages (shirts, polos, dress, bag, cap, ties).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Auth Middleware verifies JWT cookies before route handlers execute; unauthenticated requests redirect to /login rather than returning 401 JSON.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Static Assets in /public include client-side script.js for form UX and animated panel style.css.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800" dirty="0">
              <a:latin typeface="Times New Roman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Authentication: bcrypt hashing with configurable salt rounds, JWT issuance via jsonwebtoken with HS256 signing and HTTP-only cookies.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Route Protection: Middleware extracts and verifies the JWT cookie; protected pages include /dashboard, /reserve, /user, /about, and /contact.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Reserve (Checkout) Flow: User clicks Leaflet.js map → JavaScript captures lat/lng → POST /reserve creates an Order document in MongoDB.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User Profile: GET /user retrieves all Order documents tied to the authenticated user and renders complete order history with stored coordinates.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Contact Form: POST /contact validates required name, emailAddress, and yourMessage fields and persists a Contact document.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Category Pages: Six EJS templates (shirts.ejs, polos.ejs, dress.ejs, bag.ejs, cap.ejs, ties.ejs) provide focused per-category browsing.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800" dirty="0">
              <a:latin typeface="Times New Roman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Authentication Tests: registration, login, JWT cookie issuance, and verification flows under the /tests directory.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Route Protection Tests confirm unauthenticated requests are correctly redirected to the login page.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Mongoose Schema Validation: required-field enforcement and type checking on User, Order, and Contact schemas.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Order Creation Tests: full checkout flow from POST /reserve through MongoDB persistence including map coordinates.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Contact Form Tests: POST /contact data validation and storage of Contact documents.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Code Quality: structured try-catch on all async database operations, Morgan request logging, and startup environment-variable validation.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800" dirty="0">
              <a:latin typeface="Times New Roman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Delivered a complete, production-ready full-stack e-commerce web app with 18 source files and 13 original EJS view templates.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Filed for copyright registration on 25 April 2026 (Diary No. SW-19635/2026-CO, Receipt No. 239849) under the Copyright Act, 1957.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Future Scope: Razorpay or Stripe payment gateway integration and an admin dashboard for inventory and order fulfilment.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Feature Expansion: product search and filters, email notifications, wishlist, ratings &amp; reviews, and a coupon/discount engine.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Scalability Roadmap: microservices migration for auth/catalogue/orders, Redis caching, and CDN for product images.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Frontend Evolution: potential React or Next.js migration for richer client-side interactivity while retaining the MongoDB backend.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800" dirty="0">
              <a:latin typeface="Times New Roman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Backend: Node.js v18+ with Express.js 4.21.2 for routing and middleware.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Database: MongoDB with Mongoose 8.14.3 ODM for schema validation and document operations.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View Engine: EJS 3.1.10 for server-side HTML template rendering.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Auth &amp; Security: jsonwebtoken 9.0.2, bcrypt 6.0.0, Helmet 8.0.0, cookie-parser 1.4.7, and CORS 2.8.5.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Maps &amp; Typography: Leaflet.js v1.9.4 for the delivery map; Google Fonts CDN serving Cinzel, Playfair Display, and Poppins.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Tooling: dotenv 17.2.2 for env configuration, Morgan 1.10.0 for request logging, body-parser 1.20.3 for HTTP parsing.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800" dirty="0">
              <a:latin typeface="Times New Roman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Node.js Official Documentation – https://nodejs.org/en/docs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Express.js Guide – https://expressjs.com/en/guide/routing.html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MongoDB Documentation – https://www.mongodb.com/docs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Mongoose ODM Documentation – https://mongoosejs.com/docs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EJS Templating Documentation – https://ejs.co/#docs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Leaflet.js Reference – https://leafletjs.com/reference.html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JSON Web Token (JWT) RFC 7519 – https://datatracker.ietf.org/doc/html/rfc7519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F0502020204030204" pitchFamily="34" charset="0"/>
                <a:cs typeface="Times New Roman" panose="02020603050405020304" pitchFamily="18" charset="0"/>
              </a:rPr>
              <a:t>Indian Copyright Act, 1957 – Government of India, Ministry of Commerce.</a:t>
            </a:r>
            <a:endParaRPr lang="en-US" sz="1700" dirty="0">
              <a:latin typeface="Times New Roman" panose="02020603050405020304" pitchFamily="18" charset="0"/>
              <a:ea typeface="Times New Roman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34701</TotalTime>
  <Words>44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2300</cp:revision>
  <dcterms:created xsi:type="dcterms:W3CDTF">2010-04-09T07:36:15Z</dcterms:created>
  <dcterms:modified xsi:type="dcterms:W3CDTF">2026-04-28T05:25:30Z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